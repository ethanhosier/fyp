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Evaluating Refactoring as a Process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Scoring the path a developer takes through a refactoring session, and pointing to where a better path existed.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77777"/>
                </a:solidFill>
              </a:rPr>
              <a:t>Ethan Hosier  ·  Imperial College London  ·  Department of Computing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Supervisor: [Robert Chatley]  ·  Second marker: [Cristian Cadar]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Same destination, different journeys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Two developers refactor the same code and arrive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A: ran tests, committed checkpoints, used IDE refactorings.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Developer B: broke the build twice, added then removed 80 lines, hand-edited what the IDE could do safely.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Which one would you want on your team?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Endpoint-only evaluation cannot tell them apart.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What's missing in prior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Endpoint quality metrics (CK, smells, readability): compare before vs after, ignore the path taken.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Refactoring recommenders / sequence generators: produce new sequences, but do not evaluate the one the developer actually walked.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Gap: no system scores an arbitrary observed refactoring session against an explicit process-quality metric, and shows where a better path was available.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gap the project fills.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core idea, visualised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Solid line: user's trajectory through code states.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Dashed line: synthesised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Both end at the same final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Mark the divergence point and the score gap ΔJ between the two final scores.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[FIGURE: introduction/divergence_diagram.png — to be placed here]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What the tool does, end to end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IntelliJ plugin: records every edit, refactoring, build, test, and commit during a session.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Analysis backend: reconstructs the trajectory, scores it, and detects divergence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Dashboard: surfaces where you diverged, an alternative path, how much better it scores, and why.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82880" y="2788920"/>
            <a:ext cx="2377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IntelliJ Plugin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52044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37033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Records developer events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Captures initial codebase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2788920"/>
            <a:ext cx="2377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Analysis Backend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0" y="352044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37033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Shadow repo reconstruction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Metric calculation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Divergence synthesis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2788920"/>
            <a:ext cx="23774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2971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Dashboard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0" y="3520440"/>
            <a:ext cx="182880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12280" y="37033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Ranks divergence points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Explains alternative paths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60320" y="384048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514600" y="3520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events.jsonl + initial-src/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60720" y="3840480"/>
            <a:ext cx="82296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5715000" y="3520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55555"/>
                </a:solidFill>
              </a:rPr>
              <a:t>analysis-report.json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Scoring a trajectory: J(τ)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Process score J(τ) on a 0–100 scale, baseline 50.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Positive terms — cleanliness gain (W_g = 50), step-savings bonus (W_l = 11).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Process penalties — intermediate-lag (11), commit-gap (7).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Safety penalties — broken build/test (28), skip-tests (14), manual-when-IDE (11).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Key design choice: the broken-state penalty is sized so no single-step gain can outweigh a broken build.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Behaviour preservation is non-negotiable.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The cleanliness sub-score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Six equally-weighted code-quality signals.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Cognitive complexity, coupling (CBO), duplication (CPD), readability, code smells (PMD), cohesion (TCC).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Normalised against the trajectory's own range, so different sessions are comparable.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Equal weights are justified: no trajectory-level calibration data exists, so equal weights are the least-assumptive choice.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Four kinds of divergence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Ordering — the right refactorings, performed in a suboptimal order.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Manual-Refactor — hand-edited what the IDE could do safely.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Rework — added code then removed it (or vice versa); net-zero churn.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Hygiene — long stretches without tests or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Each is actionable, and each has its own detector + synthesiser — the next four slides walk through them.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Ordering: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the right refactorings, performed in a suboptimal order — final state is fine, intermediate states are worse than they needed to be.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find a subsequence of refactorings whose reordering still validates to the user's terminal state (canonical AST hash, formatting/comments ignored).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build a dependency DAG over the refactorings in the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Prefix-trie DFS over valid topological orderings — shares work across common prefixes, rolls back with git checkout on backtrack.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[FIGURE: methodology-reorder-trie — to be placed here]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Manual-Refactor: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developer hand-edited something the IDE could have done safely (and with its precondition checks).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run RefactoringMiner on sliding commit windows; cross-check against the IDE event stream.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Anything RefactoringMiner finds that the IDE did not emit is a manual refactoring.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apply the equivalent IDE refactoring, then three-way merge the user's other edits back on top.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Wrap-and-patch layer reconciles minor JDT ↔ IntelliJ AST differences (e.g. static modifiers, variable liveness) so the synthesised path validates.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Rework: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code added and later removed (or vice versa) — net-zero churn, but real cost while it was there.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hash normalised lines; pair add/remove events by (file, scope, content-hash).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strip both halves from the trajectory; replay the rest of the user's edits unchanged; validate the terminal state matches.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Simplest of the four synthesisers, but high recall — precision and recall both 1.00 on the injection set.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Hygiene: detect + synthesise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What: long stretches of work without safety checkpoints — no test runs, no commits.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Detect: 60-second windows with no test-run events; commit-gap events when commits are spaced beyond threshold.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Synthesise: model an alternative cadence that inserts test-run and commit events at the right points.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alternative's J(τ) credits those checkpoints via the skip-tests and commit-gap terms.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Cheap to compute, but consistently surfaces meaningful divergences in the user study.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Comparable divergence magnitudes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Magnitude = J(τ*_final) − J(τ_final).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The score gap when the alternative is substituted at the divergence point but the rest of the user's trajectory is left unchanged.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Makes magnitudes comparable across all four divergence kinds.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Lets the dashboard rank divergence points and surface the most impactful first.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This is the number the demo will point at.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Three datasets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45 hand-recorded injection sessions with deliberately-injected bad behaviours (labelled ground truth).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30-session randomised user study — 5 participants, 3 with-feedback vs 2 no-feedback baseline.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48-session agent extension across 8 LLM agent stacks (mentioned briefly — motivates future work).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Detector precision &amp; recall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Precision = 1.00 across all four divergence kinds — every detection is valid.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Recall — Rework 1.00, Hygiene 1.00, Manual-Refactor 0.76, Ordering 0.40.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Inter-rater agreement (Cohen's κ) — 1.00 for Ordering and Manual-Refactor, 0.86 for Rework, 0.72 for Hygiene.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Ordering recall gap is honest and explained: the synthesiser rejects windows it cannot safely reproduce. A scope limit, not a detector flaw.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Score robustness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Single-knob sensitivity sweep: scale any one weight by {0.1×–10×}, top-1 recommendation is preserved in 96.5% of user-study cases.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Multi-knob Monte Carlo (200 samples): top-1 stability drops to 84.6%; mean Kendall τ = 0.586.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Honest framing — stable near the chosen weights, less stable under arbitrary joint perturbations.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Ablation confirms each process term contributes real signal; endpoint gain alone does not recover the ranking.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User study: does feedback change behaviour?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With-feedback group: 2.7 divergence points per session.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No-feedback baseline: 6.0 divergence points per session — 2.2× difference.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Gain-stripped process-score slope across the 6-session arc — +4.47 per session with feedback, −0.40 per session without.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Caveat: n=3 vs n=2 is directional evidence, not a hypothesis test.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0000"/>
                </a:solidFill>
              </a:rPr>
              <a:t>Demo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55555"/>
                </a:solidFill>
              </a:rPr>
              <a:t>I'll show one identified divergence point and the alternative path the tool constructed — and how much better it scores.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Contributions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process-quality metric J(τ) combining endpoint, process, and safety signals in one principled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divergence-point detector with four actionable kinds, each with a per-kind synthesiser that constructs a concrete alternative trajectory.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Three datasets — 45 injection sessions, 30-session user study, 48-session agent extension — with reproducible analysis (Jupyter notebook reproduces every table and figure).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</a:rPr>
              <a:t>A deployable end-to-end system: IntelliJ plugin, analysis backend, and dashboard.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000000"/>
                </a:solidFill>
              </a:rPr>
              <a:t>Refactoring quality isn't just about where you end up — it's about the path you walked to get there.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</a:rPr>
              <a:t>This work makes that path measurable, comparable, and improvable.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Thank you — happy to take questions.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FYP Final Presentation — Refactoring Trajectory Analysis</dc:title>
  <dc:subject>PptxGenJS Presentation</dc:subject>
  <dc:creator>Ethan Hosier</dc:creator>
  <cp:lastModifiedBy>Ethan Hosier</cp:lastModifiedBy>
  <cp:revision>1</cp:revision>
  <dcterms:created xsi:type="dcterms:W3CDTF">2026-06-18T14:16:24Z</dcterms:created>
  <dcterms:modified xsi:type="dcterms:W3CDTF">2026-06-18T14:16:24Z</dcterms:modified>
</cp:coreProperties>
</file>