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87452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—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surface each divergence point alongside its score impact, so the highest-impact moments are easy to spot in the session summary.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Does it detect real divergences without false positives?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sessions, scored against per-kind precision and recall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Injection set + user-study rankable subset, used for the sensitivity sweep and ablation study (Slide 17).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plus a 48-session agent extension as motivation for future work (Slide 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Detector precision &amp; recall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Precision = 1.00 across all four divergence kinds - every detection is valid.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Recall - Rework 1.00, Hygiene 1.00, Manual-Refactor 0.76, Ordering 0.40.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Inter-rater agreement (Cohen's κ) -1.00 for Ordering and Manual-Refactor, 0.86 for Rework, 0.72 for Hygiene.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Ordering recall gap is honest and explained: the synthesiser rejects windows it cannot safely reproduce. A scope limit, not a detector flaw.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robustness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Single-knob sensitivity sweep: scale any one weight by {0.1×–10×}, top-1 recommendation is preserved in 96.5% of user-study cases.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Multi-knob Monte Carlo (200 samples): top-1 stability drops to 84.6%; mean Kendall τ = 0.586.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Honest framing - stable near the chosen weights, less stable under arbitrary joint perturbations.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Ablation confirms each process term contributes real signal; endpoint gain alone does not recover the ranking.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User study: does feedback change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With-feedback group: 2.7 divergence points per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No-feedback baseline: 6.0 divergence points per session -2.2× difference.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Gain-stripped process-score slope across the 6-session arc -+4.47 per session with feedback, −0.40 per session without.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Caveat: n=3 vs n=2 is directional evidence, not a hypothesis test.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2026-06-19T20:37:33Z</dcterms:created>
  <dcterms:modified xsi:type="dcterms:W3CDTF">2026-06-19T20:37:33Z</dcterms:modified>
</cp:coreProperties>
</file>