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-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Are the alternatives it generates actually better?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sessions, scored against per-kind precision and recall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Injection set + user-study rankable subset, used for the sensitivity sweep and ablation study (Slide 17).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plus a 48-session agent extension as motivation for future work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ordering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Are the alternatives actually better?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41 of 66 synthesised alternatives strictly beat the user's trajectory (~62%). Quality varies sharply by kind.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1005840"/>
                <a:gridCol w="914400"/>
                <a:gridCol w="100584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DPs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Beats ✓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Ties =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Loses ✗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 rate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Max Δ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Hygiene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Manual-Refactor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+23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Rework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46%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Ordering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Ordering alternatives share the end state, so only W_lag (intermediate cleanliness) can separate them. They tie when intermediate cleanliness is identical - often when build/tests broke and cleanliness stats are frozen at the last trustworthy value. </a:t>
            </a:r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Manual-Refactor's 3 ties + 1 loss come from the [0,100] score clamp - the user's score is pinned at the floor, so the IDE alternative can't score lower either.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robustness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Single-knob sensitivity sweep: scale any one weight by {0.1×–10×}, top-1 recommendation is preserved in 96.5% of user-study cases.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Multi-knob Monte Carlo (200 samples): top-1 stability drops to 84.6%; mean Kendall τ = 0.586.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Honest framing - stable near the chosen weights, less stable under arbitrary joint perturbations.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Ablation confirms each process term contributes real signal; endpoint gain alone does not recover the ranking.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-2.2×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-+4.47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2026-06-20T15:03:26Z</dcterms:created>
  <dcterms:modified xsi:type="dcterms:W3CDTF">2026-06-20T15:03:26Z</dcterms:modified>
</cp:coreProperties>
</file>